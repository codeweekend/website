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AE6FD"/>
                </a:solidFill>
                <a:latin typeface="Consolas"/>
              </a:rPr>
              <a:t>WEB &amp; AI DEVELOPMENT BOOTCAMP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A8C0D0"/>
                </a:solidFill>
                <a:latin typeface="Consolas"/>
              </a:rPr>
              <a:t>LIVE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Georgia"/>
              </a:rPr>
              <a:t>CodeWeekend </a:t>
            </a:r>
            <a:r>
              <a:rPr sz="5400" b="0" i="1">
                <a:solidFill>
                  <a:srgbClr val="7DD3FC"/>
                </a:solidFill>
                <a:latin typeface="Georgia"/>
              </a:rPr>
              <a:t>2026 Demo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7315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BAE6FD"/>
                </a:solidFill>
                <a:latin typeface="Calibri"/>
              </a:rPr>
              <a:t>An online celebration of talent, persistence, and what becomes possible when opportunity meets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3840480" cy="502920"/>
          </a:xfrm>
          <a:prstGeom prst="roundRect">
            <a:avLst>
              <a:gd name="adj" fmla="val 8000"/>
            </a:avLst>
          </a:prstGeom>
          <a:solidFill>
            <a:srgbClr val="0E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02352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7DD3FC"/>
                </a:solidFill>
                <a:latin typeface="Consolas"/>
              </a:rPr>
              <a:t>const future = students.build();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806440"/>
            <a:ext cx="2286000" cy="13716"/>
          </a:xfrm>
          <a:prstGeom prst="rect">
            <a:avLst/>
          </a:prstGeom>
          <a:solidFill>
            <a:srgbClr val="2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BAE6FD"/>
                </a:solidFill>
                <a:latin typeface="Consolas"/>
              </a:rPr>
              <a:t>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Thursday, 27 August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5806440"/>
            <a:ext cx="2286000" cy="13716"/>
          </a:xfrm>
          <a:prstGeom prst="rect">
            <a:avLst/>
          </a:prstGeom>
          <a:solidFill>
            <a:srgbClr val="2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58978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BAE6FD"/>
                </a:solidFill>
                <a:latin typeface="Consolas"/>
              </a:rPr>
              <a:t>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6126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7:30–10:30 PM AFT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5806440"/>
            <a:ext cx="2286000" cy="13716"/>
          </a:xfrm>
          <a:prstGeom prst="rect">
            <a:avLst/>
          </a:prstGeom>
          <a:solidFill>
            <a:srgbClr val="2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58978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BAE6FD"/>
                </a:solidFill>
                <a:latin typeface="Consolas"/>
              </a:rPr>
              <a:t>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6126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Live online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2011680"/>
            <a:ext cx="2103120" cy="210312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331720"/>
            <a:ext cx="21031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000" b="0" i="0">
                <a:solidFill>
                  <a:srgbClr val="FFFFFF"/>
                </a:solidFill>
                <a:latin typeface="Georgia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383280"/>
            <a:ext cx="2103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FFFFFF"/>
                </a:solidFill>
                <a:latin typeface="Consolas"/>
              </a:rPr>
              <a:t>GRADUATES
ONE STAGE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DEMO DAY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i="0">
                <a:solidFill>
                  <a:srgbClr val="0E1F2C"/>
                </a:solidFill>
                <a:latin typeface="Georgia"/>
              </a:rPr>
              <a:t>Welcome, </a:t>
            </a:r>
            <a:r>
              <a:rPr sz="4400" b="0" i="1">
                <a:solidFill>
                  <a:srgbClr val="1AAEDC"/>
                </a:solidFill>
                <a:latin typeface="Georgia"/>
              </a:rPr>
              <a:t>everyone.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475569"/>
                </a:solidFill>
                <a:latin typeface="Calibri"/>
              </a:rPr>
              <a:t>Thank you to our guests, mentors, partners, employers, friends, and families for joining us. Today we celebrate 24 graduates of the Web &amp; AI Development Bootcamp — and the projects they are ready to share.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475569"/>
                </a:solidFill>
                <a:latin typeface="Calibri"/>
              </a:rPr>
              <a:t>This is not only a graduation. It is a live look at what emerging developers can imagine, build, and explain in their own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ABOUT CODEWEEKEND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 i="0">
                <a:solidFill>
                  <a:srgbClr val="0E1F2C"/>
                </a:solidFill>
                <a:latin typeface="Georgia"/>
              </a:rPr>
              <a:t>A room full of </a:t>
            </a:r>
            <a:r>
              <a:rPr sz="4200" b="0" i="1">
                <a:solidFill>
                  <a:srgbClr val="1AAEDC"/>
                </a:solidFill>
                <a:latin typeface="Georgia"/>
              </a:rPr>
              <a:t>next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475569"/>
                </a:solidFill>
                <a:latin typeface="Calibri"/>
              </a:rPr>
              <a:t>CodeWeekend began in Kabul in 2014 as a grassroots gathering for developers. Today we are a Canadian non-profit delivering free, practical technology education for Afghan youth — with programs focused on women and girls.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931920"/>
            <a:ext cx="2651760" cy="36576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0" i="0">
                <a:solidFill>
                  <a:srgbClr val="0E1F2C"/>
                </a:solidFill>
                <a:latin typeface="Georgia"/>
              </a:rPr>
              <a:t>2014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Founded in Kabul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9319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3931920"/>
            <a:ext cx="2651760" cy="36576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16052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0" i="0">
                <a:solidFill>
                  <a:srgbClr val="0E1F2C"/>
                </a:solidFill>
                <a:latin typeface="Georgia"/>
              </a:rPr>
              <a:t>100+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02920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Community 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319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2651760" cy="36576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16052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0" i="0">
                <a:solidFill>
                  <a:srgbClr val="0E1F2C"/>
                </a:solidFill>
                <a:latin typeface="Georgia"/>
              </a:rPr>
              <a:t>280+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02920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Bootcamp applicants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9319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3931920"/>
            <a:ext cx="2651760" cy="36576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416052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0" i="0">
                <a:solidFill>
                  <a:srgbClr val="0E1F2C"/>
                </a:solidFill>
                <a:latin typeface="Georgia"/>
              </a:rPr>
              <a:t>$0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02920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Student tuition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AE6FD"/>
                </a:solidFill>
                <a:latin typeface="Consolas"/>
              </a:rPr>
              <a:t>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A8C0D0"/>
                </a:solidFill>
                <a:latin typeface="Consolas"/>
              </a:rPr>
              <a:t>WEB &amp; AI DEVELOPMENT BOOTCAMP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From curiosity to </a:t>
            </a:r>
            <a:r>
              <a:rPr sz="4000" b="0" i="1">
                <a:solidFill>
                  <a:srgbClr val="7DD3FC"/>
                </a:solidFill>
                <a:latin typeface="Georgia"/>
              </a:rPr>
              <a:t>craft.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>
                <a:solidFill>
                  <a:srgbClr val="BAE6FD"/>
                </a:solidFill>
                <a:latin typeface="Calibri"/>
              </a:rPr>
              <a:t>Across the bootcamp, students learned by making — strengthening fundamentals, collaborating, shipping practice projects, and growing the confidence to take an idea from a blank screen to a working product.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9184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E76F51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Georgia"/>
              </a:rPr>
              <a:t>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AE6FD"/>
                </a:solidFill>
                <a:latin typeface="Calibri"/>
              </a:rPr>
              <a:t>Core web technologies, modern AI tools, and the habits of professional builders.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29184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4747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E76F51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862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Georgia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48056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AE6FD"/>
                </a:solidFill>
                <a:latin typeface="Calibri"/>
              </a:rPr>
              <a:t>Hands-on projects that turn lessons into working interfaces, flows, and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29184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E76F51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862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Georgia"/>
              </a:rPr>
              <a:t>Struggle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8056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AE6FD"/>
                </a:solidFill>
                <a:latin typeface="Calibri"/>
              </a:rPr>
              <a:t>Debugging, iteration, and resilience when something breaks — then rebuilding better.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29184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4747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E76F51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8862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Georgia"/>
              </a:rPr>
              <a:t>Grow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48056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AE6FD"/>
                </a:solidFill>
                <a:latin typeface="Calibri"/>
              </a:rPr>
              <a:t>Capstone work that shows how far each graduate has come, in their own voice.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WHAT STUDENTS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CAPSTONE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E1F2C"/>
                </a:solidFill>
                <a:latin typeface="Georgia"/>
              </a:rPr>
              <a:t>Tonight's projects are the </a:t>
            </a:r>
            <a:r>
              <a:rPr sz="4000" b="0" i="1">
                <a:solidFill>
                  <a:srgbClr val="1AAEDC"/>
                </a:solidFill>
                <a:latin typeface="Georgia"/>
              </a:rPr>
              <a:t>capstone.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5156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900" b="0" i="0">
                <a:solidFill>
                  <a:srgbClr val="475569"/>
                </a:solidFill>
                <a:latin typeface="Calibri"/>
              </a:rPr>
              <a:t>These demos are the strongest expression of months of learning — not the only thing students worked on. Practice projects, collaboration, and continuous iteration prepared each graduate to design, build, and present a final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900" b="0" i="0">
                <a:solidFill>
                  <a:srgbClr val="475569"/>
                </a:solidFill>
                <a:latin typeface="Calibri"/>
              </a:rPr>
              <a:t>What you will see tonight: working Web &amp; AI applications, explained by the people who made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AE6FD"/>
                </a:solidFill>
                <a:latin typeface="Consolas"/>
              </a:rPr>
              <a:t>THE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A8C0D0"/>
                </a:solidFill>
                <a:latin typeface="Consolas"/>
              </a:rPr>
              <a:t>COME CURIOUS. LEAVE CONNECTED.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Georgia"/>
              </a:rPr>
              <a:t>How tonight </a:t>
            </a:r>
            <a:r>
              <a:rPr sz="3800" b="0" i="1">
                <a:solidFill>
                  <a:srgbClr val="7DD3FC"/>
                </a:solidFill>
                <a:latin typeface="Georgia"/>
              </a:rPr>
              <a:t>unfolds.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881360" cy="13716"/>
          </a:xfrm>
          <a:prstGeom prst="rect">
            <a:avLst/>
          </a:prstGeom>
          <a:solidFill>
            <a:srgbClr val="2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8BDF8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6858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Georgia"/>
              </a:rPr>
              <a:t>Live project demos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7315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AE6FD"/>
                </a:solidFill>
                <a:latin typeface="Calibri"/>
              </a:rPr>
              <a:t>Graduates present their strongest Web and AI projects, with questions from the audience and judges.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3774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BAE6FD"/>
                </a:solidFill>
                <a:latin typeface="Consolas"/>
              </a:rPr>
              <a:t>20+ PRESENTATIONS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54680"/>
            <a:ext cx="10881360" cy="13716"/>
          </a:xfrm>
          <a:prstGeom prst="rect">
            <a:avLst/>
          </a:prstGeom>
          <a:solidFill>
            <a:srgbClr val="2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8BDF8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91840"/>
            <a:ext cx="6858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Georgia"/>
              </a:rPr>
              <a:t>Audience Choice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57600"/>
            <a:ext cx="7315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AE6FD"/>
                </a:solidFill>
                <a:latin typeface="Calibri"/>
              </a:rPr>
              <a:t>Celebrate standout work across five categories that honor craft, creativity, and impact.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4290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BAE6FD"/>
                </a:solidFill>
                <a:latin typeface="Consolas"/>
              </a:rPr>
              <a:t>FIVE CATEGORIES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10881360" cy="13716"/>
          </a:xfrm>
          <a:prstGeom prst="rect">
            <a:avLst/>
          </a:prstGeom>
          <a:solidFill>
            <a:srgbClr val="2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8BDF8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43400"/>
            <a:ext cx="6858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Georgia"/>
              </a:rPr>
              <a:t>Awards &amp; recognition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09160"/>
            <a:ext cx="7315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AE6FD"/>
                </a:solidFill>
                <a:latin typeface="Calibri"/>
              </a:rPr>
              <a:t>We celebrate execution, problem-solution fit, creativity, presentation, and growth.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48056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BAE6FD"/>
                </a:solidFill>
                <a:latin typeface="Consolas"/>
              </a:rPr>
              <a:t>COMMUNITY APPLAUSE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57799"/>
            <a:ext cx="10881360" cy="13716"/>
          </a:xfrm>
          <a:prstGeom prst="rect">
            <a:avLst/>
          </a:prstGeom>
          <a:solidFill>
            <a:srgbClr val="2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440679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8BDF8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94959"/>
            <a:ext cx="6858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FFFFFF"/>
                </a:solidFill>
                <a:latin typeface="Georgia"/>
              </a:rPr>
              <a:t>Open networking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760719"/>
            <a:ext cx="7315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AE6FD"/>
                </a:solidFill>
                <a:latin typeface="Calibri"/>
              </a:rPr>
              <a:t>Meet graduates, employers, mentors, partners, and friends in focused online rooms.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532119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BAE6FD"/>
                </a:solidFill>
                <a:latin typeface="Consolas"/>
              </a:rPr>
              <a:t>REAL CONVERSATIONS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AE6FD"/>
                </a:solidFill>
                <a:latin typeface="Consolas"/>
              </a:rPr>
              <a:t>AUDIENCE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A8C0D0"/>
                </a:solidFill>
                <a:latin typeface="Consolas"/>
              </a:rPr>
              <a:t>FIVE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Georgia"/>
              </a:rPr>
              <a:t>Celebrate standout </a:t>
            </a:r>
            <a:r>
              <a:rPr sz="3800" b="0" i="1">
                <a:solidFill>
                  <a:srgbClr val="7DD3FC"/>
                </a:solidFill>
                <a:latin typeface="Georgia"/>
              </a:rPr>
              <a:t>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E76F51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874519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</a:rPr>
              <a:t>Most Innovative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87451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E6FD"/>
                </a:solidFill>
                <a:latin typeface="Calibri"/>
              </a:rPr>
              <a:t>Original thinking in product and technology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37744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606040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E76F51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63240"/>
            <a:ext cx="1874519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</a:rPr>
              <a:t>Most Creative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663440"/>
            <a:ext cx="187451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E6FD"/>
                </a:solidFill>
                <a:latin typeface="Calibri"/>
              </a:rPr>
              <a:t>Storytelling that holds the room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37744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606040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E76F51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063240"/>
            <a:ext cx="1874519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</a:rPr>
              <a:t>Most Impactful Project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663440"/>
            <a:ext cx="187451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E6FD"/>
                </a:solidFill>
                <a:latin typeface="Calibri"/>
              </a:rPr>
              <a:t>Solutions with real-world meaning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237744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2606040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E76F51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3063240"/>
            <a:ext cx="1874519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</a:rPr>
              <a:t>Best Use of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4663440"/>
            <a:ext cx="187451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E6FD"/>
                </a:solidFill>
                <a:latin typeface="Calibri"/>
              </a:rPr>
              <a:t>AI that serves the problem, not the hype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2377440"/>
            <a:ext cx="2148840" cy="3474720"/>
          </a:xfrm>
          <a:prstGeom prst="roundRect">
            <a:avLst>
              <a:gd name="adj" fmla="val 8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606040"/>
            <a:ext cx="187451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E76F51"/>
                </a:solidFill>
                <a:latin typeface="Consola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063240"/>
            <a:ext cx="1874519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FFFFFF"/>
                </a:solidFill>
                <a:latin typeface="Georgia"/>
              </a:rPr>
              <a:t>Best User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4663440"/>
            <a:ext cx="1874519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E6FD"/>
                </a:solidFill>
                <a:latin typeface="Calibri"/>
              </a:rPr>
              <a:t>Clear, thoughtful, human-centered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THE 2026 GRADUATES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24 BUILDERS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0E1F2C"/>
                </a:solidFill>
                <a:latin typeface="Georgia"/>
              </a:rPr>
              <a:t>Meet the </a:t>
            </a:r>
            <a:r>
              <a:rPr sz="3600" b="0" i="1">
                <a:solidFill>
                  <a:srgbClr val="1AAEDC"/>
                </a:solidFill>
                <a:latin typeface="Georgia"/>
              </a:rPr>
              <a:t>cohort.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810512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Asma Mehraban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08483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PostPlanner-AI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810512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Asma Samadi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08483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TravelGenie – AI Travel Planning Assistant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810512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Basira Mehrzad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08483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MorningFocus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37360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737360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1810512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Bibi Hawa Abdul Shukoor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08483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DataNest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542032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542032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615184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Bibi Mariam Abdul Shukoor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2889504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CareerMatch - AI-Powered Personalized Jo…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2542032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7560" y="2542032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47288" y="2615184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Bibi Zhara Abdul Shukoor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288" y="2889504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HR Pilot – AI-Powered Recruitment Platform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2542032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2542032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2615184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Fareshta Foladi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889504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BrainNote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2542032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06840" y="2542032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16568" y="2615184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Farzana Ebrahimi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2889504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QuickHelp AI – AI-Powered Support &amp; Resp…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346704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3346704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3419856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Hamisha Noori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" y="3694176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DevTrack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37560" y="3346704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37560" y="3346704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47288" y="3419856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Hanifa Yousufi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47288" y="3694176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MindfulDiary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3346704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72200" y="3346704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81928" y="3419856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Jamila Waziry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81928" y="3694176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AfghanBuddy (AI-Powered Travel Discovery…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06840" y="3346704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06840" y="3346704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16568" y="3419856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Lima Rahimzai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16568" y="3694176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PitchPilot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4151376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" y="4151376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" y="4224528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Mahdia Hassani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" y="4498848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SafeNet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37560" y="4151376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37560" y="4151376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47288" y="4224528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Marwa Qadeer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47288" y="4498848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GiftMatch AI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72200" y="4151376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4151376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81928" y="4224528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Maryam Hamrah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1928" y="4498848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Launchpad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06840" y="4151376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06840" y="4151376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16568" y="4224528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Maryam Moostamandy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16568" y="4498848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TidySpace – AI Cleaning Assistant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4956048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2920" y="4956048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2648" y="5029200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Rahimah ANsari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" y="5303520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CatchyReminders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337560" y="4956048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337560" y="4956048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447288" y="5029200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Roqia stanikzai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47288" y="5303520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AI Movie Analyzer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72200" y="4956048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72200" y="4956048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81928" y="5029200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Samira Hakimi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81928" y="5303520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MeetMind – AI Meeting Assistant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06840" y="4956048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006840" y="4956048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16568" y="5029200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Sana Waziry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16568" y="5303520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SmartReceipt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02920" y="5760720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02920" y="5760720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833872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Shabnam Ahmadi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610819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Emoji Translator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337560" y="5760720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337560" y="5760720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47288" y="5833872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Sima Gulestani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47288" y="610819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HireFlow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172200" y="5760720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172200" y="5760720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81928" y="5833872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Zahra Ahmadi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81928" y="610819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Freela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006840" y="5760720"/>
            <a:ext cx="2697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06840" y="5760720"/>
            <a:ext cx="2697480" cy="27432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116568" y="5833872"/>
            <a:ext cx="2514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E1F2C"/>
                </a:solidFill>
                <a:latin typeface="Calibri"/>
              </a:rPr>
              <a:t>Zarara Kazimi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16568" y="610819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AidLink – AI-Powered Platform Connecting…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AE6FD"/>
                </a:solidFill>
                <a:latin typeface="Consolas"/>
              </a:rPr>
              <a:t>LIVE DEMOS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A8C0D0"/>
                </a:solidFill>
                <a:latin typeface="Consolas"/>
              </a:rPr>
              <a:t>NOW PRESENTING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Georgia"/>
              </a:rPr>
              <a:t>Project </a:t>
            </a:r>
            <a:r>
              <a:rPr sz="5400" b="0" i="1">
                <a:solidFill>
                  <a:srgbClr val="7DD3FC"/>
                </a:solidFill>
                <a:latin typeface="Georgia"/>
              </a:rPr>
              <a:t>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BAE6FD"/>
                </a:solidFill>
                <a:latin typeface="Calibri"/>
              </a:rPr>
              <a:t>Each graduate will share their capstone. Listen for the problem, the solution, and the craft behind the build.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01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Web &amp; AI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Asma Mehraban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Jaba Saraj/ Parwan/ Afghanistan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PostPlanner-AI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PostPlanner AI is an AI-powered social media content management platform designed to help creators and businesses create, organize, and manage social media content more efficiently.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02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Aspiring Backend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Asma Samadi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Kabul, Afghanistan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TravelGenie – AI Travel Planning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TravelGenie is an AI-powered travel planning web application that helps users plan their trips in an easier and more organized way. Users can enter details about their destination, travel dates, budget, and…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03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sira Mehrz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Web &amp; AI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Basira Mehrzad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Herat , 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MorningFocus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**MorningFocus** is an AI-powered productivity web application that helps users stay focused on what matters most each day. Instead of managing long and overwhelming to-do lists, the app encourages users to set up to…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04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ibi Hawa Abdul Shuko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Full-Stack Web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Bibi Hawa Abdul Shukoor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Kabul, 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DataNest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DataNest AI is a full-stack AI-powered document intelligence platform designed to help users upload, organize, search, and interact with their documents using artificial intelligence. The application allows users to…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05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Frontend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Bibi Mariam Abdul Shukoor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Kabul Afghanistan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CareerMatch - AI-Powered Personalized Job Matching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CareerMatch is an AI-powered job matching platform designed to help job seekers find relevant career opportunities based on their skills, experience, interests, and preferences. The purpose of this project is to make…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06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ibi Zhara Abdul Shuko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Front-End Web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Bibi Zhara Abdul Shukoor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Kabul 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HR Pilot – AI-Powered Recruitment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HR Pilot is an AI-powered recruitment platform designed to streamline the hiring process by helping recruiters manage jobs and candidates more efficiently. The platform allows users to create and manage job postings,…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07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Frontend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Fareshta Foladi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Herat_Afghanistan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BrainNote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BrainNote AI is an AI-powered note-taking web application designed to help users capture, organize, search, and manage their ideas more effectively. Users can create colorful notes, pin important content, mark…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08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rzana Ebrahi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Junior Frontend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Farzana Ebrahimi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Herat, 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QuickHelp AI – AI-Powered Support &amp; Response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QuickHelp AI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09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Aspiring Frontend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Hamisha Noori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Mazar-e-Sharif, Balkh,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DevTrack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DevTrack is an AI-powered web application designed to help developers analyze their GitHub projects, identify areas for improvement, and receive personalized recommendations for improving their code quality and…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10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Frontend Developer skilled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Hanifa Yousufi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Kabul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MindfulDiary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Most journaling apps are just a text box. You write, it saves, and that's the end of it — your words sit there, unanswered. MindfulDiary is built on a simple belief: journaling feels more worthwhile when something…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11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Full-Stack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Jamila Waziry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Kabul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AfghanBuddy (AI-Powered Travel Discovery &amp; Smart Tour Planning Platform)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AfghanBuddy is an AI-powered travel platform designed to help users discover Afghanistan’s destinations, culture, history, and natural beauty. The platform allows users to explore destinations, get personalized…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12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Frontend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Lima Rahimzai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Kabul, Afghanistan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PitchPilot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PitchPilot is an AI-powered startup coach designed to help people with startup ideas transform them into structured business concepts. The platform helps users analyze their ideas, generate SWOT analysis, and create…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13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hdia Hassa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Frontend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Mahdia Hassani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Kabul 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SafeNet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SafeNet is an AI-powered cybersecurity awareness platform that helps users identify online threats, understand common scams, and develop safer digital habits.
Users can paste suspicious emails, messages, or website…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14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rwa Qade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Aspiring Frontend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Marwa Qadeer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Charah-E-Qambar, Kabul, 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GiftMatch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GiftMatch AI is an AI-powered gift recommendation platform that helps users organize important occasions such as birthdays and generate personalized gift ideas. Users can create profiles for friends and family, save…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15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ryam Hamra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IT 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Maryam Hamrah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Mazar-i-Sharif,  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Launchpad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Launchpad is an AI-powered career roadmap platform designed to help learners create a personalized path toward their career goals. The platform guides users by generating customized learning roadmaps, recommending…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16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Frontend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Maryam Moostamandy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Parwan, Afghanistan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TidySpace – AI Cleaning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TidySpace is an AI-powered cleaning assistant designed to help users organize and manage their cleaning tasks more easily. The platform provides a modern and user-friendly interface where users can explore cleaning…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17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ahima Ans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Frontend Web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Rahimah ANsari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Herat, 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CatchyReminders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CatchyReminders is an AI-powered reminder application that transforms boring tasks that are easy to ignore into funny, engaging, and personalized reminders. By using different AI personalities, the application makes…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18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qia Stanikz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Aspiring Frontend web developer, React and JavaScript learner and code weekend participant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Roqia stanikzai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Kabul, 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AI Movie Analyzer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It is an AI film tracker that reads your movie review and tells you what kind of movies you love.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19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amira Hakim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AI &amp; Full-Stack Web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Samira Hakimi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Herat, 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MeetMind – AI Meeting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MeetMind is a full-stack AI-powered meeting assistant that helps users organize meetings more efficiently. Users can create and manage meetings, upload meeting notes and documents, and receive AI-generated summaries…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20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ana Wazir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Web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Sana Waziry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Kabul, 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SmartReceipt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SmartReceipts is an AI-powered expense management application designed to help users track, organize, and analyze their spending. Users can record expenses, automatically categorize them using AI, view spending…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21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abnam Ahmad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Where creativity meets code — that's where I 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Shabnam Ahmadi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Kabul, 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Emoji Translator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Emoji Translator is an AI-powered web application that transforms ordinary sentences into creative, emoji-only messages. It allows users to express themselves in a playful and visual way — without using any words.…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22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ima Gulesta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Frontend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Sima Gulestani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HireFlow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HireFlow is an AI-powered career assistant designed to help job seekers improve their resumes, understand skill gaps, and prepare effectively for interviews.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23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ahra Ahma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Frontend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Zahra Ahmadi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Kabul 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Freela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AI freelance assistant that generates proposals and matches freelancers with suitable projects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STUDENT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24 /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4206240" cy="4206240"/>
          </a:xfrm>
          <a:prstGeom prst="roundRect">
            <a:avLst>
              <a:gd name="adj" fmla="val 8000"/>
            </a:avLst>
          </a:prstGeom>
          <a:solidFill>
            <a:srgbClr val="F2E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arara Kazim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2344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C6A8C"/>
                </a:solidFill>
                <a:latin typeface="Calibri"/>
              </a:rPr>
              <a:t>Frontend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6217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0E1F2C"/>
                </a:solidFill>
                <a:latin typeface="Georgia"/>
              </a:rPr>
              <a:t>Zarara Kazimi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606040"/>
            <a:ext cx="6217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Kabul afghanistan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108960"/>
            <a:ext cx="6217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E76F51"/>
                </a:solidFill>
                <a:latin typeface="Consolas"/>
              </a:rPr>
              <a:t>CAPSTONE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4290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0" i="0">
                <a:solidFill>
                  <a:srgbClr val="0E1F2C"/>
                </a:solidFill>
                <a:latin typeface="Georgia"/>
              </a:rPr>
              <a:t>AidLink – AI-Powered Platform Connecting People with NGOs and Support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572000"/>
            <a:ext cx="62179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AidLink is an AI-powered web platform designed to help individuals quickly find NGOs, humanitarian organizations, and essential support services based on their needs and location. The platform simplifies access to…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0C6A8C"/>
                </a:solidFill>
                <a:latin typeface="Consolas"/>
              </a:rPr>
              <a:t>WITH 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64748B"/>
                </a:solidFill>
                <a:latin typeface="Consolas"/>
              </a:rPr>
              <a:t>OPPORTUNITY IS BUILT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 i="0">
                <a:solidFill>
                  <a:srgbClr val="0E1F2C"/>
                </a:solidFill>
                <a:latin typeface="Georgia"/>
              </a:rPr>
              <a:t>Opportunity is built </a:t>
            </a:r>
            <a:r>
              <a:rPr sz="3800" b="0" i="1">
                <a:solidFill>
                  <a:srgbClr val="1AAEDC"/>
                </a:solidFill>
                <a:latin typeface="Georgia"/>
              </a:rPr>
              <a:t>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53035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5303520" cy="36576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0E1F2C"/>
                </a:solidFill>
                <a:latin typeface="Georgia"/>
              </a:rPr>
              <a:t>Linda Norgrove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49039"/>
            <a:ext cx="46634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Supporting women in Afghanistan through education and empowerment, including scholarships and vital student support for this cohort.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3035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5303520" cy="36576"/>
          </a:xfrm>
          <a:prstGeom prst="rect">
            <a:avLst/>
          </a:prstGeom>
          <a:solidFill>
            <a:srgbClr val="DBE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01752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0">
                <a:solidFill>
                  <a:srgbClr val="0E1F2C"/>
                </a:solidFill>
                <a:latin typeface="Georgia"/>
              </a:rPr>
              <a:t>GiveInternet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49039"/>
            <a:ext cx="46634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75569"/>
                </a:solidFill>
                <a:latin typeface="Calibri"/>
              </a:rPr>
              <a:t>Helping bridge the digital divide so learners can access the internet and tools they need to participate, practice, and complete the bootcamp.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AE6FD"/>
                </a:solidFill>
                <a:latin typeface="Consolas"/>
              </a:rPr>
              <a:t>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A8C0D0"/>
                </a:solidFill>
                <a:latin typeface="Consolas"/>
              </a:rPr>
              <a:t>WHAT THIS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Georgia"/>
              </a:rPr>
              <a:t>What they carried </a:t>
            </a:r>
            <a:r>
              <a:rPr sz="4200" b="0" i="1">
                <a:solidFill>
                  <a:srgbClr val="7DD3FC"/>
                </a:solidFill>
                <a:latin typeface="Georgia"/>
              </a:rPr>
              <a:t>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BAE6FD"/>
                </a:solidFill>
                <a:latin typeface="Calibri"/>
              </a:rPr>
              <a:t>These graduates did more than finish assignments. They learned in public, built through constraints, and turned limited access into finished products others can use and understand.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i="0">
                <a:solidFill>
                  <a:srgbClr val="BAE6FD"/>
                </a:solidFill>
                <a:latin typeface="Calibri"/>
              </a:rPr>
              <a:t>Tonight is proof of persistence — and a beginning for what comes next.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29768"/>
            <a:ext cx="256032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200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AE6FD"/>
                </a:solidFill>
                <a:latin typeface="Consolas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A8C0D0"/>
                </a:solidFill>
                <a:latin typeface="Consolas"/>
              </a:rPr>
              <a:t>CODEWEEKEND 2026 DEMO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Georgia"/>
              </a:rPr>
              <a:t>Thank </a:t>
            </a:r>
            <a:r>
              <a:rPr sz="5400" b="0" i="1">
                <a:solidFill>
                  <a:srgbClr val="7DD3FC"/>
                </a:solidFill>
                <a:latin typeface="Georgia"/>
              </a:rPr>
              <a:t>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BAE6FD"/>
                </a:solidFill>
                <a:latin typeface="Calibri"/>
              </a:rPr>
              <a:t>To our students, mentors, partners, judges, guests, and supporters — thank you for believing in this work and showing up for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9768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FFFFFF"/>
                </a:solidFill>
                <a:latin typeface="Georgia"/>
              </a:rPr>
              <a:t>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29768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52628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FFFFFF"/>
                </a:solidFill>
                <a:latin typeface="Georgia"/>
              </a:rPr>
              <a:t>Mentors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29768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52628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FFFFFF"/>
                </a:solidFill>
                <a:latin typeface="Georgia"/>
              </a:rPr>
              <a:t>Partners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429768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4526280"/>
            <a:ext cx="2651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 i="0">
                <a:solidFill>
                  <a:srgbClr val="FFFFFF"/>
                </a:solidFill>
                <a:latin typeface="Georgia"/>
              </a:rPr>
              <a:t>Community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69280"/>
            <a:ext cx="4023360" cy="502920"/>
          </a:xfrm>
          <a:prstGeom prst="roundRect">
            <a:avLst>
              <a:gd name="adj" fmla="val 8000"/>
            </a:avLst>
          </a:prstGeom>
          <a:solidFill>
            <a:srgbClr val="0E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742432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7DD3FC"/>
                </a:solidFill>
                <a:latin typeface="Consolas"/>
              </a:rPr>
              <a:t>const future = students.build();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